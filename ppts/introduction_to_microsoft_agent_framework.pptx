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48E737-7C23-41F7-A282-6274EBB21C0B}" v="46" dt="2025-10-09T08:50:57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undo custSel addSld modSld">
      <pc:chgData name="kuljot bakshi" userId="e18f591f5991c12c" providerId="LiveId" clId="{848BE52E-FEF7-44CF-B8AB-7264220E5FAA}" dt="2025-10-09T08:50:24.790" v="529" actId="255"/>
      <pc:docMkLst>
        <pc:docMk/>
      </pc:docMkLst>
      <pc:sldChg chg="addSp delSp modSp new mod">
        <pc:chgData name="kuljot bakshi" userId="e18f591f5991c12c" providerId="LiveId" clId="{848BE52E-FEF7-44CF-B8AB-7264220E5FAA}" dt="2025-10-09T05:42:09.154" v="123" actId="1076"/>
        <pc:sldMkLst>
          <pc:docMk/>
          <pc:sldMk cId="3735101051" sldId="258"/>
        </pc:sldMkLst>
        <pc:spChg chg="mod">
          <ac:chgData name="kuljot bakshi" userId="e18f591f5991c12c" providerId="LiveId" clId="{848BE52E-FEF7-44CF-B8AB-7264220E5FAA}" dt="2025-10-09T05:42:09.154" v="123" actId="1076"/>
          <ac:spMkLst>
            <pc:docMk/>
            <pc:sldMk cId="3735101051" sldId="258"/>
            <ac:spMk id="2" creationId="{1AB4AEE6-68FA-ECEF-1C1D-B3F1FFC73042}"/>
          </ac:spMkLst>
        </pc:spChg>
        <pc:spChg chg="add del">
          <ac:chgData name="kuljot bakshi" userId="e18f591f5991c12c" providerId="LiveId" clId="{848BE52E-FEF7-44CF-B8AB-7264220E5FAA}" dt="2025-10-09T05:33:56.495" v="25" actId="931"/>
          <ac:spMkLst>
            <pc:docMk/>
            <pc:sldMk cId="3735101051" sldId="258"/>
            <ac:spMk id="3" creationId="{4DD95CF2-FF79-FB1A-88CF-1F3BEA9B3720}"/>
          </ac:spMkLst>
        </pc:spChg>
        <pc:spChg chg="add mod">
          <ac:chgData name="kuljot bakshi" userId="e18f591f5991c12c" providerId="LiveId" clId="{848BE52E-FEF7-44CF-B8AB-7264220E5FAA}" dt="2025-10-09T05:33:37.542" v="24"/>
          <ac:spMkLst>
            <pc:docMk/>
            <pc:sldMk cId="3735101051" sldId="258"/>
            <ac:spMk id="4" creationId="{10035372-4D24-7435-A076-EE79B6DFB7A0}"/>
          </ac:spMkLst>
        </pc:spChg>
        <pc:spChg chg="add mod">
          <ac:chgData name="kuljot bakshi" userId="e18f591f5991c12c" providerId="LiveId" clId="{848BE52E-FEF7-44CF-B8AB-7264220E5FAA}" dt="2025-10-09T05:37:32.417" v="69" actId="14100"/>
          <ac:spMkLst>
            <pc:docMk/>
            <pc:sldMk cId="3735101051" sldId="258"/>
            <ac:spMk id="8" creationId="{724766B8-0424-9592-BF91-AD9E6E2D0E12}"/>
          </ac:spMkLst>
        </pc:spChg>
        <pc:spChg chg="add del mod">
          <ac:chgData name="kuljot bakshi" userId="e18f591f5991c12c" providerId="LiveId" clId="{848BE52E-FEF7-44CF-B8AB-7264220E5FAA}" dt="2025-10-09T05:39:10.680" v="84" actId="478"/>
          <ac:spMkLst>
            <pc:docMk/>
            <pc:sldMk cId="3735101051" sldId="258"/>
            <ac:spMk id="9" creationId="{E9F9DC04-C5AB-CD05-B8F0-D730DCC95F1E}"/>
          </ac:spMkLst>
        </pc:spChg>
        <pc:spChg chg="add mod">
          <ac:chgData name="kuljot bakshi" userId="e18f591f5991c12c" providerId="LiveId" clId="{848BE52E-FEF7-44CF-B8AB-7264220E5FAA}" dt="2025-10-09T05:39:00.459" v="81" actId="255"/>
          <ac:spMkLst>
            <pc:docMk/>
            <pc:sldMk cId="3735101051" sldId="258"/>
            <ac:spMk id="15" creationId="{A2FB7D05-7225-9822-1B9A-F7C33E2E319F}"/>
          </ac:spMkLst>
        </pc:spChg>
        <pc:spChg chg="add del mod">
          <ac:chgData name="kuljot bakshi" userId="e18f591f5991c12c" providerId="LiveId" clId="{848BE52E-FEF7-44CF-B8AB-7264220E5FAA}" dt="2025-10-09T05:37:53.259" v="73" actId="478"/>
          <ac:spMkLst>
            <pc:docMk/>
            <pc:sldMk cId="3735101051" sldId="258"/>
            <ac:spMk id="16" creationId="{3301808D-A7D1-2D10-204C-3FF4288883A2}"/>
          </ac:spMkLst>
        </pc:spChg>
        <pc:spChg chg="add mod">
          <ac:chgData name="kuljot bakshi" userId="e18f591f5991c12c" providerId="LiveId" clId="{848BE52E-FEF7-44CF-B8AB-7264220E5FAA}" dt="2025-10-09T05:39:09.132" v="83" actId="1076"/>
          <ac:spMkLst>
            <pc:docMk/>
            <pc:sldMk cId="3735101051" sldId="258"/>
            <ac:spMk id="23" creationId="{528C7473-7B97-F9FD-0F76-133256B918A0}"/>
          </ac:spMkLst>
        </pc:spChg>
        <pc:spChg chg="add mod">
          <ac:chgData name="kuljot bakshi" userId="e18f591f5991c12c" providerId="LiveId" clId="{848BE52E-FEF7-44CF-B8AB-7264220E5FAA}" dt="2025-10-09T05:40:09.505" v="94" actId="1076"/>
          <ac:spMkLst>
            <pc:docMk/>
            <pc:sldMk cId="3735101051" sldId="258"/>
            <ac:spMk id="26" creationId="{CBB97594-F3F2-329B-2F3C-D6D5E6262DB0}"/>
          </ac:spMkLst>
        </pc:spChg>
        <pc:spChg chg="add mod">
          <ac:chgData name="kuljot bakshi" userId="e18f591f5991c12c" providerId="LiveId" clId="{848BE52E-FEF7-44CF-B8AB-7264220E5FAA}" dt="2025-10-09T05:41:06.203" v="108" actId="1076"/>
          <ac:spMkLst>
            <pc:docMk/>
            <pc:sldMk cId="3735101051" sldId="258"/>
            <ac:spMk id="35" creationId="{4F3495CC-D664-97FF-9842-BB45DBEEDDAA}"/>
          </ac:spMkLst>
        </pc:spChg>
        <pc:picChg chg="add mod">
          <ac:chgData name="kuljot bakshi" userId="e18f591f5991c12c" providerId="LiveId" clId="{848BE52E-FEF7-44CF-B8AB-7264220E5FAA}" dt="2025-10-09T05:35:25.780" v="51" actId="1076"/>
          <ac:picMkLst>
            <pc:docMk/>
            <pc:sldMk cId="3735101051" sldId="258"/>
            <ac:picMk id="6" creationId="{05FAE8CA-B0F7-F4CB-14C1-F866D6400629}"/>
          </ac:picMkLst>
        </pc:picChg>
        <pc:picChg chg="add mod">
          <ac:chgData name="kuljot bakshi" userId="e18f591f5991c12c" providerId="LiveId" clId="{848BE52E-FEF7-44CF-B8AB-7264220E5FAA}" dt="2025-10-09T05:40:14.981" v="99" actId="571"/>
          <ac:picMkLst>
            <pc:docMk/>
            <pc:sldMk cId="3735101051" sldId="258"/>
            <ac:picMk id="29" creationId="{E4AC147B-8CE6-D7FB-4686-A500D4C8878B}"/>
          </ac:picMkLst>
        </pc:picChg>
        <pc:cxnChg chg="add mod">
          <ac:chgData name="kuljot bakshi" userId="e18f591f5991c12c" providerId="LiveId" clId="{848BE52E-FEF7-44CF-B8AB-7264220E5FAA}" dt="2025-10-09T05:36:07.037" v="57" actId="1582"/>
          <ac:cxnSpMkLst>
            <pc:docMk/>
            <pc:sldMk cId="3735101051" sldId="258"/>
            <ac:cxnSpMk id="11" creationId="{F3B186CA-D998-5367-976A-C6619923BB94}"/>
          </ac:cxnSpMkLst>
        </pc:cxnChg>
        <pc:cxnChg chg="add mod">
          <ac:chgData name="kuljot bakshi" userId="e18f591f5991c12c" providerId="LiveId" clId="{848BE52E-FEF7-44CF-B8AB-7264220E5FAA}" dt="2025-10-09T05:36:25.227" v="60" actId="1582"/>
          <ac:cxnSpMkLst>
            <pc:docMk/>
            <pc:sldMk cId="3735101051" sldId="258"/>
            <ac:cxnSpMk id="13" creationId="{08C005DB-E5FD-ED8D-F8E0-CF9F417583E0}"/>
          </ac:cxnSpMkLst>
        </pc:cxnChg>
        <pc:cxnChg chg="add mod">
          <ac:chgData name="kuljot bakshi" userId="e18f591f5991c12c" providerId="LiveId" clId="{848BE52E-FEF7-44CF-B8AB-7264220E5FAA}" dt="2025-10-09T05:39:16.221" v="85" actId="14100"/>
          <ac:cxnSpMkLst>
            <pc:docMk/>
            <pc:sldMk cId="3735101051" sldId="258"/>
            <ac:cxnSpMk id="17" creationId="{8F143679-19F0-5D3B-6454-ADD92E32D8C6}"/>
          </ac:cxnSpMkLst>
        </pc:cxnChg>
        <pc:cxnChg chg="add mod">
          <ac:chgData name="kuljot bakshi" userId="e18f591f5991c12c" providerId="LiveId" clId="{848BE52E-FEF7-44CF-B8AB-7264220E5FAA}" dt="2025-10-09T05:38:13.833" v="79" actId="14100"/>
          <ac:cxnSpMkLst>
            <pc:docMk/>
            <pc:sldMk cId="3735101051" sldId="258"/>
            <ac:cxnSpMk id="20" creationId="{2741AA4F-4C28-FAD8-E91E-9507A231B897}"/>
          </ac:cxnSpMkLst>
        </pc:cxnChg>
        <pc:cxnChg chg="add mod">
          <ac:chgData name="kuljot bakshi" userId="e18f591f5991c12c" providerId="LiveId" clId="{848BE52E-FEF7-44CF-B8AB-7264220E5FAA}" dt="2025-10-09T05:40:13.389" v="97" actId="14100"/>
          <ac:cxnSpMkLst>
            <pc:docMk/>
            <pc:sldMk cId="3735101051" sldId="258"/>
            <ac:cxnSpMk id="27" creationId="{501BABDF-E2BC-1BC2-6A97-AD2D8430A3F1}"/>
          </ac:cxnSpMkLst>
        </pc:cxnChg>
        <pc:cxnChg chg="add mod">
          <ac:chgData name="kuljot bakshi" userId="e18f591f5991c12c" providerId="LiveId" clId="{848BE52E-FEF7-44CF-B8AB-7264220E5FAA}" dt="2025-10-09T05:40:14.981" v="99" actId="571"/>
          <ac:cxnSpMkLst>
            <pc:docMk/>
            <pc:sldMk cId="3735101051" sldId="258"/>
            <ac:cxnSpMk id="30" creationId="{5B508BA5-A07B-6E6E-27A9-8D5236B729C6}"/>
          </ac:cxnSpMkLst>
        </pc:cxnChg>
        <pc:cxnChg chg="add mod">
          <ac:chgData name="kuljot bakshi" userId="e18f591f5991c12c" providerId="LiveId" clId="{848BE52E-FEF7-44CF-B8AB-7264220E5FAA}" dt="2025-10-09T05:40:21.980" v="102" actId="14100"/>
          <ac:cxnSpMkLst>
            <pc:docMk/>
            <pc:sldMk cId="3735101051" sldId="258"/>
            <ac:cxnSpMk id="31" creationId="{78D8A1A3-0607-A4F7-8B3A-EFC87E494FB9}"/>
          </ac:cxnSpMkLst>
        </pc:cxnChg>
        <pc:cxnChg chg="add mod">
          <ac:chgData name="kuljot bakshi" userId="e18f591f5991c12c" providerId="LiveId" clId="{848BE52E-FEF7-44CF-B8AB-7264220E5FAA}" dt="2025-10-09T05:41:17.496" v="111" actId="14100"/>
          <ac:cxnSpMkLst>
            <pc:docMk/>
            <pc:sldMk cId="3735101051" sldId="258"/>
            <ac:cxnSpMk id="36" creationId="{39B2A76D-1FD6-9842-00E1-59D98663D755}"/>
          </ac:cxnSpMkLst>
        </pc:cxnChg>
        <pc:cxnChg chg="add mod">
          <ac:chgData name="kuljot bakshi" userId="e18f591f5991c12c" providerId="LiveId" clId="{848BE52E-FEF7-44CF-B8AB-7264220E5FAA}" dt="2025-10-09T05:41:24.189" v="114" actId="14100"/>
          <ac:cxnSpMkLst>
            <pc:docMk/>
            <pc:sldMk cId="3735101051" sldId="258"/>
            <ac:cxnSpMk id="39" creationId="{DE8E2D34-6FD9-5266-1756-B51B590C4022}"/>
          </ac:cxnSpMkLst>
        </pc:cxnChg>
        <pc:cxnChg chg="add mod">
          <ac:chgData name="kuljot bakshi" userId="e18f591f5991c12c" providerId="LiveId" clId="{848BE52E-FEF7-44CF-B8AB-7264220E5FAA}" dt="2025-10-09T05:41:31.114" v="117" actId="14100"/>
          <ac:cxnSpMkLst>
            <pc:docMk/>
            <pc:sldMk cId="3735101051" sldId="258"/>
            <ac:cxnSpMk id="42" creationId="{0D126E50-F4E3-E094-9474-F0A11B27FDF0}"/>
          </ac:cxnSpMkLst>
        </pc:cxnChg>
        <pc:cxnChg chg="add mod">
          <ac:chgData name="kuljot bakshi" userId="e18f591f5991c12c" providerId="LiveId" clId="{848BE52E-FEF7-44CF-B8AB-7264220E5FAA}" dt="2025-10-09T05:41:50.992" v="121" actId="14100"/>
          <ac:cxnSpMkLst>
            <pc:docMk/>
            <pc:sldMk cId="3735101051" sldId="258"/>
            <ac:cxnSpMk id="45" creationId="{25306229-5A01-31B6-E298-88AA3AAA77D3}"/>
          </ac:cxnSpMkLst>
        </pc:cxnChg>
      </pc:sldChg>
      <pc:sldChg chg="addSp delSp modSp new mod">
        <pc:chgData name="kuljot bakshi" userId="e18f591f5991c12c" providerId="LiveId" clId="{848BE52E-FEF7-44CF-B8AB-7264220E5FAA}" dt="2025-10-09T05:51:40.700" v="345" actId="1076"/>
        <pc:sldMkLst>
          <pc:docMk/>
          <pc:sldMk cId="1901115823" sldId="259"/>
        </pc:sldMkLst>
        <pc:spChg chg="mod">
          <ac:chgData name="kuljot bakshi" userId="e18f591f5991c12c" providerId="LiveId" clId="{848BE52E-FEF7-44CF-B8AB-7264220E5FAA}" dt="2025-10-09T05:44:36.080" v="150" actId="1076"/>
          <ac:spMkLst>
            <pc:docMk/>
            <pc:sldMk cId="1901115823" sldId="259"/>
            <ac:spMk id="2" creationId="{64A08ED7-70C4-3A14-92F4-38BDBA32CB35}"/>
          </ac:spMkLst>
        </pc:spChg>
        <pc:spChg chg="del">
          <ac:chgData name="kuljot bakshi" userId="e18f591f5991c12c" providerId="LiveId" clId="{848BE52E-FEF7-44CF-B8AB-7264220E5FAA}" dt="2025-10-09T05:44:37.507" v="151"/>
          <ac:spMkLst>
            <pc:docMk/>
            <pc:sldMk cId="1901115823" sldId="259"/>
            <ac:spMk id="3" creationId="{B8AE5D8F-F83E-CCC1-8738-FC344BF3B080}"/>
          </ac:spMkLst>
        </pc:spChg>
        <pc:spChg chg="add del mod">
          <ac:chgData name="kuljot bakshi" userId="e18f591f5991c12c" providerId="LiveId" clId="{848BE52E-FEF7-44CF-B8AB-7264220E5FAA}" dt="2025-10-09T05:45:02.303" v="156" actId="931"/>
          <ac:spMkLst>
            <pc:docMk/>
            <pc:sldMk cId="1901115823" sldId="259"/>
            <ac:spMk id="4" creationId="{FA89D7F6-8C1A-E503-AF58-F597A83160EE}"/>
          </ac:spMkLst>
        </pc:spChg>
        <pc:spChg chg="add mod">
          <ac:chgData name="kuljot bakshi" userId="e18f591f5991c12c" providerId="LiveId" clId="{848BE52E-FEF7-44CF-B8AB-7264220E5FAA}" dt="2025-10-09T05:51:40.700" v="345" actId="1076"/>
          <ac:spMkLst>
            <pc:docMk/>
            <pc:sldMk cId="1901115823" sldId="259"/>
            <ac:spMk id="7" creationId="{29D2E906-08DC-D461-24DA-C6B1ADA9B3B4}"/>
          </ac:spMkLst>
        </pc:spChg>
        <pc:spChg chg="add mod">
          <ac:chgData name="kuljot bakshi" userId="e18f591f5991c12c" providerId="LiveId" clId="{848BE52E-FEF7-44CF-B8AB-7264220E5FAA}" dt="2025-10-09T05:47:59.997" v="297" actId="13822"/>
          <ac:spMkLst>
            <pc:docMk/>
            <pc:sldMk cId="1901115823" sldId="259"/>
            <ac:spMk id="9" creationId="{CB33B521-0530-3613-8BAA-5DA1E24FDD89}"/>
          </ac:spMkLst>
        </pc:spChg>
        <pc:spChg chg="add mod">
          <ac:chgData name="kuljot bakshi" userId="e18f591f5991c12c" providerId="LiveId" clId="{848BE52E-FEF7-44CF-B8AB-7264220E5FAA}" dt="2025-10-09T05:50:39.339" v="336" actId="1076"/>
          <ac:spMkLst>
            <pc:docMk/>
            <pc:sldMk cId="1901115823" sldId="259"/>
            <ac:spMk id="11" creationId="{D919D5C8-DFF3-8C6F-E630-7A2B81BDDC91}"/>
          </ac:spMkLst>
        </pc:spChg>
        <pc:spChg chg="add mod">
          <ac:chgData name="kuljot bakshi" userId="e18f591f5991c12c" providerId="LiveId" clId="{848BE52E-FEF7-44CF-B8AB-7264220E5FAA}" dt="2025-10-09T05:51:00.040" v="340" actId="13822"/>
          <ac:spMkLst>
            <pc:docMk/>
            <pc:sldMk cId="1901115823" sldId="259"/>
            <ac:spMk id="13" creationId="{C4D892F2-48BF-2B3A-C7F9-3116EE3D2A62}"/>
          </ac:spMkLst>
        </pc:spChg>
        <pc:spChg chg="add mod">
          <ac:chgData name="kuljot bakshi" userId="e18f591f5991c12c" providerId="LiveId" clId="{848BE52E-FEF7-44CF-B8AB-7264220E5FAA}" dt="2025-10-09T05:51:36.147" v="344" actId="13822"/>
          <ac:spMkLst>
            <pc:docMk/>
            <pc:sldMk cId="1901115823" sldId="259"/>
            <ac:spMk id="15" creationId="{37AB71FB-D5FE-2C12-CF3C-21AA0D3C8F63}"/>
          </ac:spMkLst>
        </pc:spChg>
        <pc:picChg chg="add mod">
          <ac:chgData name="kuljot bakshi" userId="e18f591f5991c12c" providerId="LiveId" clId="{848BE52E-FEF7-44CF-B8AB-7264220E5FAA}" dt="2025-10-09T05:51:02.693" v="341" actId="1076"/>
          <ac:picMkLst>
            <pc:docMk/>
            <pc:sldMk cId="1901115823" sldId="259"/>
            <ac:picMk id="6" creationId="{B0522532-B4D8-09E6-AA64-BAB3E9836312}"/>
          </ac:picMkLst>
        </pc:picChg>
        <pc:picChg chg="add del mod">
          <ac:chgData name="kuljot bakshi" userId="e18f591f5991c12c" providerId="LiveId" clId="{848BE52E-FEF7-44CF-B8AB-7264220E5FAA}" dt="2025-10-09T05:44:52.611" v="155" actId="478"/>
          <ac:picMkLst>
            <pc:docMk/>
            <pc:sldMk cId="1901115823" sldId="259"/>
            <ac:picMk id="4098" creationId="{8FCD0210-255A-81B6-C104-EE888BEFBAB4}"/>
          </ac:picMkLst>
        </pc:picChg>
      </pc:sldChg>
      <pc:sldChg chg="addSp delSp modSp new mod">
        <pc:chgData name="kuljot bakshi" userId="e18f591f5991c12c" providerId="LiveId" clId="{848BE52E-FEF7-44CF-B8AB-7264220E5FAA}" dt="2025-10-09T08:50:24.790" v="529" actId="255"/>
        <pc:sldMkLst>
          <pc:docMk/>
          <pc:sldMk cId="360072435" sldId="260"/>
        </pc:sldMkLst>
        <pc:spChg chg="del">
          <ac:chgData name="kuljot bakshi" userId="e18f591f5991c12c" providerId="LiveId" clId="{848BE52E-FEF7-44CF-B8AB-7264220E5FAA}" dt="2025-10-09T08:43:19.482" v="347" actId="478"/>
          <ac:spMkLst>
            <pc:docMk/>
            <pc:sldMk cId="360072435" sldId="260"/>
            <ac:spMk id="2" creationId="{106DDDC4-D14C-385D-A932-8B7ECD712574}"/>
          </ac:spMkLst>
        </pc:spChg>
        <pc:spChg chg="del">
          <ac:chgData name="kuljot bakshi" userId="e18f591f5991c12c" providerId="LiveId" clId="{848BE52E-FEF7-44CF-B8AB-7264220E5FAA}" dt="2025-10-09T08:43:23.017" v="348" actId="478"/>
          <ac:spMkLst>
            <pc:docMk/>
            <pc:sldMk cId="360072435" sldId="260"/>
            <ac:spMk id="3" creationId="{2D7EF4F8-C447-D358-A4E1-E2A9BBD8009A}"/>
          </ac:spMkLst>
        </pc:spChg>
        <pc:graphicFrameChg chg="add mod modGraphic">
          <ac:chgData name="kuljot bakshi" userId="e18f591f5991c12c" providerId="LiveId" clId="{848BE52E-FEF7-44CF-B8AB-7264220E5FAA}" dt="2025-10-09T08:50:24.790" v="529" actId="255"/>
          <ac:graphicFrameMkLst>
            <pc:docMk/>
            <pc:sldMk cId="360072435" sldId="260"/>
            <ac:graphicFrameMk id="4" creationId="{181A36E0-C92C-684A-2D8A-652908AACA3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6251-420D-1A41-23B0-9ACE2E6D8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0BE0E-F0E3-26D6-36DF-42EC0FF5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06DDF-25AE-29DB-5D38-C80FBA62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6780F-2F37-1FEF-93AB-CDA26A04A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CB56A-CED9-8EF5-57CF-73A89431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78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7139-9AC1-CEE5-02B3-0484D3001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7618E-BE20-2E5D-8153-E5A4D71A3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73A56-57C7-7B42-7AC1-7814E58C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0DF99-01F9-4C58-6E42-60C9FE9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C86DE-594E-635D-F65B-630EDE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23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4049-1C34-FDA3-AB53-390BD878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37545-3CA5-E0EA-1D0B-A978249AE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939EB-BCAA-2E08-7902-51F733E0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0384F-B3C0-0A4D-56F6-56F9AFE5E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C571A-5161-9F36-4F16-3100E859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72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AA92-C40D-9DEC-0C81-32B294F7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F0C4-9BA4-73AD-A58F-F35C2DBBC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685F8-7E2C-C775-FD2D-5080E17C6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DF677-18BF-C4B9-9673-3E55C0F8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C3ED1-6B4C-B2CC-D44E-E711F6756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B9B15-4E67-D60C-933A-9F4CC6D4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02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610D-4AEF-820E-D1D3-22767C7F8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B395E-B2C6-A23B-3B5B-AF2E471B4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F429D-A1DB-94FD-A785-32EFB6B02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DA2C4-2EB9-F5A0-E582-27314758B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C6E02-FC5A-5CB6-C867-E59E5E306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11EB5-D651-07FC-1E00-13953D67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47587-6553-2176-D80E-53130387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AD127A-CA5F-4799-831D-CFA27752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514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98033-07C0-5F2E-4287-9E983AEF3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64F8B-ABFD-30A2-B4A5-99B810683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386D1-3DA6-42B5-D89A-8AE89D74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1DECA-8BED-0B17-50F3-A51FB4DD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82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E9C2E-BF5B-1C9A-3F68-8393BF76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B7DBEC-840D-916F-C1A4-B29911454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5EBF0-2469-F5E6-6AA1-1BF69C7E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523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64BA-3266-94B2-C9F4-F4185FD5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59AAF-2620-5C80-3509-7A23D30DA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83FDE-2A61-5714-57FB-D49B60B37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77F2-59CD-FDEC-3FEA-755C1AD4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33394-989A-E251-84C1-486F2D1D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ECF5C-75F2-8ED7-B186-1A607222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16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C166-5778-7B1C-EF45-52BB72111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6A1BA-8209-BF5D-B0FE-8956BC3EB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D5916-7F55-1147-99E8-E95587209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D328D-02E2-9009-833B-1CE8EEFF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A3E1E-3C1C-EE33-F37B-374F5082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F5B46-73AB-AC03-2DFF-F8E4E5AB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3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E014-8148-F37C-8996-65EC5F2D5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3D5C7-E8C6-13EF-F65A-646F52AC0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A8E1C-1217-D394-B228-EF6226CF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643BE-314C-9C29-B6BF-B7203EC4C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E21E2-747B-A24C-1799-34718CDB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71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41EC84-9C46-5AA9-4A6E-85D3BB079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7D4E8-4DAF-B4D5-EC89-86301ADCE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77F11-2563-489A-112B-3340F6785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2C8F7-FEB0-1E45-0B56-D26F09A34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A754-D6D5-AE2D-4398-25921BB0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A8E9B-F3E0-5966-B90D-DDD71E12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0CED2-35C5-C510-4EC4-89682E288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1EF64-3A87-BB74-B9D7-351AC7080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6E880-7FE9-4E45-8159-CA258A9B0CB8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07F76-623E-62CF-9CBE-0383D9CBE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D19BA-C73A-6A23-1025-4A3C62756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DA1A7-C7EE-470F-B6F0-DD853CA9C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48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blogs.microsoft.com/semantic-kernel/semantic-kernel-and-autogen-part-2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chcommunity.microsoft.com/blog/microsoft-entra-blog/announcing-microsoft-entra-agent-id-secure-and-manage-your-ai-agents/3827392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8116-2D65-5C75-76F8-A1F1D8716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/>
          <a:lstStyle/>
          <a:p>
            <a:r>
              <a:rPr lang="en-US" dirty="0"/>
              <a:t>Microsoft Agent Framework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37AC8-9762-86D8-8B9A-A288F0242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10405"/>
            <a:ext cx="9144000" cy="1655762"/>
          </a:xfrm>
        </p:spPr>
        <p:txBody>
          <a:bodyPr/>
          <a:lstStyle/>
          <a:p>
            <a:r>
              <a:rPr lang="en-US" dirty="0"/>
              <a:t>(It’s becoming very difficult now to keep up with these AI updates</a:t>
            </a:r>
            <a:r>
              <a:rPr lang="en-IN" dirty="0"/>
              <a:t>🫠)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1026" name="Picture 2" descr="Microsoft Agent Framework AI - Framework for generative AI agents">
            <a:extLst>
              <a:ext uri="{FF2B5EF4-FFF2-40B4-BE49-F238E27FC236}">
                <a16:creationId xmlns:a16="http://schemas.microsoft.com/office/drawing/2014/main" id="{CA90D957-BE71-AD4E-9FBA-7DCE11B64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359" y="3841409"/>
            <a:ext cx="3595546" cy="2763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- microsoft/agent-framework: A framework for building, orchestrating  and deploying AI agents and multi-agent workflows with support for Python  and .NET.">
            <a:extLst>
              <a:ext uri="{FF2B5EF4-FFF2-40B4-BE49-F238E27FC236}">
                <a16:creationId xmlns:a16="http://schemas.microsoft.com/office/drawing/2014/main" id="{FEB997F7-B870-9DED-393E-C47EEFCF6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970" y="3898899"/>
            <a:ext cx="5138057" cy="256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489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17B3-AB16-F40E-31F4-D65E5517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60" y="-226031"/>
            <a:ext cx="1374303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Another AI Agents Update……Of the many more to come </a:t>
            </a:r>
            <a:r>
              <a:rPr lang="en-IN" sz="3600" dirty="0"/>
              <a:t>🫠</a:t>
            </a:r>
          </a:p>
        </p:txBody>
      </p:sp>
      <p:pic>
        <p:nvPicPr>
          <p:cNvPr id="2050" name="Picture 2" descr="No alternative text description for this image">
            <a:extLst>
              <a:ext uri="{FF2B5EF4-FFF2-40B4-BE49-F238E27FC236}">
                <a16:creationId xmlns:a16="http://schemas.microsoft.com/office/drawing/2014/main" id="{E364E477-BAB5-8FF3-40A8-73E70110B9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166" y="947624"/>
            <a:ext cx="5582560" cy="555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716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4AEE6-68FA-ECEF-1C1D-B3F1FFC73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059" y="-27729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Open Agentic Web</a:t>
            </a:r>
            <a:endParaRPr lang="en-IN" dirty="0"/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05FAE8CA-B0F7-F4CB-14C1-F866D6400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625" y="1325563"/>
            <a:ext cx="9543408" cy="503179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4766B8-0424-9592-BF91-AD9E6E2D0E12}"/>
              </a:ext>
            </a:extLst>
          </p:cNvPr>
          <p:cNvSpPr txBox="1"/>
          <p:nvPr/>
        </p:nvSpPr>
        <p:spPr>
          <a:xfrm>
            <a:off x="186862" y="953519"/>
            <a:ext cx="4809682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Segoe UI" panose="020B0502040204020203" pitchFamily="34" charset="0"/>
              </a:rPr>
              <a:t>Agents need a shared “language” to exchange messages, requests, and structured data. Without it, collaboration breaks down into isolated silos. Standards like </a:t>
            </a:r>
            <a:r>
              <a:rPr lang="en-US" sz="1200" b="1" i="0" dirty="0">
                <a:effectLst/>
                <a:latin typeface="Segoe UI" panose="020B0502040204020203" pitchFamily="34" charset="0"/>
              </a:rPr>
              <a:t>Model Context Protocol (MCP) and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 </a:t>
            </a:r>
            <a:r>
              <a:rPr lang="en-US" sz="1200" b="1" i="0" dirty="0">
                <a:effectLst/>
                <a:latin typeface="Segoe UI" panose="020B0502040204020203" pitchFamily="34" charset="0"/>
              </a:rPr>
              <a:t>Agent-to-Agent (A2A)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 provide this foundation</a:t>
            </a:r>
            <a:endParaRPr lang="en-IN" sz="1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B186CA-D998-5367-976A-C6619923BB94}"/>
              </a:ext>
            </a:extLst>
          </p:cNvPr>
          <p:cNvCxnSpPr/>
          <p:nvPr/>
        </p:nvCxnSpPr>
        <p:spPr>
          <a:xfrm flipH="1">
            <a:off x="1243173" y="4222679"/>
            <a:ext cx="2578063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C005DB-E5FD-ED8D-F8E0-CF9F417583E0}"/>
              </a:ext>
            </a:extLst>
          </p:cNvPr>
          <p:cNvCxnSpPr/>
          <p:nvPr/>
        </p:nvCxnSpPr>
        <p:spPr>
          <a:xfrm flipV="1">
            <a:off x="1243173" y="1849035"/>
            <a:ext cx="0" cy="23736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2FB7D05-7225-9822-1B9A-F7C33E2E319F}"/>
              </a:ext>
            </a:extLst>
          </p:cNvPr>
          <p:cNvSpPr txBox="1"/>
          <p:nvPr/>
        </p:nvSpPr>
        <p:spPr>
          <a:xfrm>
            <a:off x="6914506" y="953519"/>
            <a:ext cx="4918265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Single agents can handle discrete tasks, but the real breakthroughs come from </a:t>
            </a:r>
            <a:r>
              <a:rPr lang="en-US" sz="1200" b="1" dirty="0"/>
              <a:t>multi-agent orchestration</a:t>
            </a:r>
            <a:r>
              <a:rPr lang="en-US" sz="1200" dirty="0"/>
              <a:t>: teams of agents collaborating across multi-step, distributed processes. Azure AI Foundry delivers this through a </a:t>
            </a:r>
            <a:r>
              <a:rPr lang="en-US" sz="1200" u="sng" dirty="0">
                <a:hlinkClick r:id="rId3"/>
              </a:rPr>
              <a:t>unified framework</a:t>
            </a:r>
            <a:r>
              <a:rPr lang="en-US" sz="1200" dirty="0"/>
              <a:t> </a:t>
            </a:r>
            <a:endParaRPr lang="en-IN" sz="1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143679-19F0-5D3B-6454-ADD92E32D8C6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9785599" y="3712029"/>
            <a:ext cx="1163228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41AA4F-4C28-FAD8-E91E-9507A231B897}"/>
              </a:ext>
            </a:extLst>
          </p:cNvPr>
          <p:cNvCxnSpPr>
            <a:cxnSpLocks/>
          </p:cNvCxnSpPr>
          <p:nvPr/>
        </p:nvCxnSpPr>
        <p:spPr>
          <a:xfrm flipV="1">
            <a:off x="10948827" y="1821220"/>
            <a:ext cx="0" cy="18908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28C7473-7B97-F9FD-0F76-133256B918A0}"/>
              </a:ext>
            </a:extLst>
          </p:cNvPr>
          <p:cNvSpPr/>
          <p:nvPr/>
        </p:nvSpPr>
        <p:spPr>
          <a:xfrm>
            <a:off x="3599058" y="3506546"/>
            <a:ext cx="6186541" cy="410966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B97594-F3F2-329B-2F3C-D6D5E6262DB0}"/>
              </a:ext>
            </a:extLst>
          </p:cNvPr>
          <p:cNvSpPr txBox="1"/>
          <p:nvPr/>
        </p:nvSpPr>
        <p:spPr>
          <a:xfrm>
            <a:off x="6999518" y="5639542"/>
            <a:ext cx="5057114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Segoe UI" panose="020B0502040204020203" pitchFamily="34" charset="0"/>
              </a:rPr>
              <a:t>Just as the web needed directories and search engines, agents need a way to be found and reused. The </a:t>
            </a:r>
            <a:r>
              <a:rPr lang="en-US" sz="1200" b="1" i="0" dirty="0">
                <a:effectLst/>
                <a:latin typeface="Segoe UI" panose="020B0502040204020203" pitchFamily="34" charset="0"/>
              </a:rPr>
              <a:t>Catalog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 serves as the listing of assets—a curated collection of agents, tools, and applications that can be discovered and composed into new solutions. The </a:t>
            </a:r>
            <a:r>
              <a:rPr lang="en-US" sz="1200" b="1" i="0" dirty="0">
                <a:effectLst/>
                <a:latin typeface="Segoe UI" panose="020B0502040204020203" pitchFamily="34" charset="0"/>
              </a:rPr>
              <a:t>Registry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, by contrast, tracks the deployed instances of those asset</a:t>
            </a:r>
            <a:endParaRPr lang="en-IN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D8A1A3-0607-A4F7-8B3A-EFC87E494FB9}"/>
              </a:ext>
            </a:extLst>
          </p:cNvPr>
          <p:cNvCxnSpPr>
            <a:cxnSpLocks/>
          </p:cNvCxnSpPr>
          <p:nvPr/>
        </p:nvCxnSpPr>
        <p:spPr>
          <a:xfrm>
            <a:off x="8795657" y="4996543"/>
            <a:ext cx="21526" cy="6429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F3495CC-D664-97FF-9842-BB45DBEEDDAA}"/>
              </a:ext>
            </a:extLst>
          </p:cNvPr>
          <p:cNvSpPr txBox="1"/>
          <p:nvPr/>
        </p:nvSpPr>
        <p:spPr>
          <a:xfrm>
            <a:off x="1243173" y="5824208"/>
            <a:ext cx="5355769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Segoe UI" panose="020B0502040204020203" pitchFamily="34" charset="0"/>
              </a:rPr>
              <a:t>Trust is the lifeblood of the agentic web. Every agent must carry a verifiable identity, enforced through standards like </a:t>
            </a:r>
            <a:r>
              <a:rPr lang="en-US" sz="1200" b="1" i="0" dirty="0">
                <a:effectLst/>
                <a:latin typeface="Segoe UI" panose="020B0502040204020203" pitchFamily="34" charset="0"/>
              </a:rPr>
              <a:t>OIDC (OpenID Connect) and JWT (JSON Web Token)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, and tied into enterprise systems like </a:t>
            </a:r>
            <a:r>
              <a:rPr lang="en-US" sz="1200" b="1" i="0" u="sng" dirty="0">
                <a:effectLst/>
                <a:latin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Entra ID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.</a:t>
            </a:r>
            <a:endParaRPr lang="en-IN" sz="120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9B2A76D-1FD6-9842-00E1-59D98663D755}"/>
              </a:ext>
            </a:extLst>
          </p:cNvPr>
          <p:cNvCxnSpPr>
            <a:cxnSpLocks/>
          </p:cNvCxnSpPr>
          <p:nvPr/>
        </p:nvCxnSpPr>
        <p:spPr>
          <a:xfrm>
            <a:off x="4441371" y="5072743"/>
            <a:ext cx="0" cy="361316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E8E2D34-6FD9-5266-1756-B51B590C4022}"/>
              </a:ext>
            </a:extLst>
          </p:cNvPr>
          <p:cNvCxnSpPr>
            <a:cxnSpLocks/>
          </p:cNvCxnSpPr>
          <p:nvPr/>
        </p:nvCxnSpPr>
        <p:spPr>
          <a:xfrm>
            <a:off x="6598942" y="5072743"/>
            <a:ext cx="0" cy="361316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D126E50-F4E3-E094-9474-F0A11B27FDF0}"/>
              </a:ext>
            </a:extLst>
          </p:cNvPr>
          <p:cNvCxnSpPr>
            <a:cxnSpLocks/>
          </p:cNvCxnSpPr>
          <p:nvPr/>
        </p:nvCxnSpPr>
        <p:spPr>
          <a:xfrm>
            <a:off x="4441371" y="5434059"/>
            <a:ext cx="2157571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5306229-5A01-31B6-E298-88AA3AAA77D3}"/>
              </a:ext>
            </a:extLst>
          </p:cNvPr>
          <p:cNvCxnSpPr>
            <a:cxnSpLocks/>
          </p:cNvCxnSpPr>
          <p:nvPr/>
        </p:nvCxnSpPr>
        <p:spPr>
          <a:xfrm>
            <a:off x="5520156" y="5434059"/>
            <a:ext cx="0" cy="3901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10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08ED7-70C4-3A14-92F4-38BDBA32C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6" y="-14650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Microsoft Agent Framework</a:t>
            </a:r>
            <a:endParaRPr lang="en-IN" dirty="0"/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B0522532-B4D8-09E6-AA64-BAB3E9836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007" y="2024008"/>
            <a:ext cx="6150851" cy="313581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D2E906-08DC-D461-24DA-C6B1ADA9B3B4}"/>
              </a:ext>
            </a:extLst>
          </p:cNvPr>
          <p:cNvSpPr txBox="1"/>
          <p:nvPr/>
        </p:nvSpPr>
        <p:spPr>
          <a:xfrm>
            <a:off x="1407845" y="1169414"/>
            <a:ext cx="885632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Microsoft Agent Framework = The Best of Semantic Kernel + The Best of </a:t>
            </a:r>
            <a:r>
              <a:rPr lang="en-US" b="1" dirty="0" err="1"/>
              <a:t>Autogen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3B521-0530-3613-8BAA-5DA1E24FDD89}"/>
              </a:ext>
            </a:extLst>
          </p:cNvPr>
          <p:cNvSpPr txBox="1"/>
          <p:nvPr/>
        </p:nvSpPr>
        <p:spPr>
          <a:xfrm>
            <a:off x="92125" y="2167846"/>
            <a:ext cx="5589769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Foundational Pillar 1 – Open Standards Foundation</a:t>
            </a:r>
          </a:p>
          <a:p>
            <a:r>
              <a:rPr lang="en-US" dirty="0"/>
              <a:t>Built for interoperability with open protocols like MCP, A2A, and </a:t>
            </a:r>
            <a:r>
              <a:rPr lang="en-US" dirty="0" err="1"/>
              <a:t>OpenAPI</a:t>
            </a:r>
            <a:r>
              <a:rPr lang="en-US" dirty="0"/>
              <a:t>, ensuring seamless integration and cloud-agnostic deployment.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9D5C8-DFF3-8C6F-E630-7A2B81BDDC91}"/>
              </a:ext>
            </a:extLst>
          </p:cNvPr>
          <p:cNvSpPr txBox="1"/>
          <p:nvPr/>
        </p:nvSpPr>
        <p:spPr>
          <a:xfrm>
            <a:off x="92125" y="3753288"/>
            <a:ext cx="5589769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Foundational Pillar 2 - Pipeline for Research</a:t>
            </a:r>
          </a:p>
          <a:p>
            <a:pPr>
              <a:buNone/>
            </a:pPr>
            <a:r>
              <a:rPr lang="en-US" dirty="0"/>
              <a:t>Bridges Microsoft Research innovations like AutoGen into enterprise-ready multi-agent orchestration with durable, auditable, and production-grade workflows.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892F2-48BF-2B3A-C7F9-3116EE3D2A62}"/>
              </a:ext>
            </a:extLst>
          </p:cNvPr>
          <p:cNvSpPr txBox="1"/>
          <p:nvPr/>
        </p:nvSpPr>
        <p:spPr>
          <a:xfrm>
            <a:off x="92124" y="5303659"/>
            <a:ext cx="5589769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Extensible by Design &amp; Community-Driven</a:t>
            </a:r>
          </a:p>
          <a:p>
            <a:pPr>
              <a:buNone/>
            </a:pPr>
            <a:r>
              <a:rPr lang="en-US" dirty="0"/>
              <a:t>An open-source, modular framework built for community growth, supporting custom connectors, pluggable memory, declarative agents, and collaborative innovation.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B71FB-D5FE-2C12-CF3C-21AA0D3C8F63}"/>
              </a:ext>
            </a:extLst>
          </p:cNvPr>
          <p:cNvSpPr txBox="1"/>
          <p:nvPr/>
        </p:nvSpPr>
        <p:spPr>
          <a:xfrm>
            <a:off x="5836007" y="5404605"/>
            <a:ext cx="609771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Ready for Production</a:t>
            </a:r>
          </a:p>
          <a:p>
            <a:pPr>
              <a:buNone/>
            </a:pPr>
            <a:r>
              <a:rPr lang="en-US" dirty="0"/>
              <a:t>Built for enterprise deployment with observability, security, compliance, durability, human oversight, and seamless CI/CD integration for scalable, reliable AI systems.</a:t>
            </a:r>
          </a:p>
        </p:txBody>
      </p:sp>
    </p:spTree>
    <p:extLst>
      <p:ext uri="{BB962C8B-B14F-4D97-AF65-F5344CB8AC3E}">
        <p14:creationId xmlns:p14="http://schemas.microsoft.com/office/powerpoint/2010/main" val="1901115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1A36E0-C92C-684A-2D8A-652908AAC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68049"/>
              </p:ext>
            </p:extLst>
          </p:nvPr>
        </p:nvGraphicFramePr>
        <p:xfrm>
          <a:off x="250004" y="95035"/>
          <a:ext cx="11691992" cy="6667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2998">
                  <a:extLst>
                    <a:ext uri="{9D8B030D-6E8A-4147-A177-3AD203B41FA5}">
                      <a16:colId xmlns:a16="http://schemas.microsoft.com/office/drawing/2014/main" val="1257584253"/>
                    </a:ext>
                  </a:extLst>
                </a:gridCol>
                <a:gridCol w="2922998">
                  <a:extLst>
                    <a:ext uri="{9D8B030D-6E8A-4147-A177-3AD203B41FA5}">
                      <a16:colId xmlns:a16="http://schemas.microsoft.com/office/drawing/2014/main" val="345857267"/>
                    </a:ext>
                  </a:extLst>
                </a:gridCol>
                <a:gridCol w="2922998">
                  <a:extLst>
                    <a:ext uri="{9D8B030D-6E8A-4147-A177-3AD203B41FA5}">
                      <a16:colId xmlns:a16="http://schemas.microsoft.com/office/drawing/2014/main" val="3164347881"/>
                    </a:ext>
                  </a:extLst>
                </a:gridCol>
                <a:gridCol w="2922998">
                  <a:extLst>
                    <a:ext uri="{9D8B030D-6E8A-4147-A177-3AD203B41FA5}">
                      <a16:colId xmlns:a16="http://schemas.microsoft.com/office/drawing/2014/main" val="3116152580"/>
                    </a:ext>
                  </a:extLst>
                </a:gridCol>
              </a:tblGrid>
              <a:tr h="147309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Semantic Kernel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AutoGen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 Agent Framework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089149"/>
                  </a:ext>
                </a:extLst>
              </a:tr>
              <a:tr h="890539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Stable SDK with enterprise connectors, workflows, and observability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Experimental multi-agent orchestration from research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Unified SDK combining innovation + enterprise readiness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305960"/>
                  </a:ext>
                </a:extLst>
              </a:tr>
              <a:tr h="890539">
                <a:tc>
                  <a:txBody>
                    <a:bodyPr/>
                    <a:lstStyle/>
                    <a:p>
                      <a:r>
                        <a:rPr lang="en-US" dirty="0"/>
                        <a:t>Interop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Plugins, connectors, and support for MCP, A2A,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OpenAPI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 integration supported; lacks standardized cross-runtime protocols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Built-in connectors, MCP + A2A +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OpenAPI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983913"/>
                  </a:ext>
                </a:extLst>
              </a:tr>
              <a:tr h="1410019">
                <a:tc>
                  <a:txBody>
                    <a:bodyPr/>
                    <a:lstStyle/>
                    <a:p>
                      <a:r>
                        <a:rPr lang="en-US" dirty="0"/>
                        <a:t>Memory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 vector store connectors and memory store abstraction (e.g. Elasticsearch, MongoDB)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for in-memory / buffer history + external vector store memory options (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ChromaDB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Mem0,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Pluggable memory across stores (first-party and third-party), persistent &amp; adaptive memory stored with retrieval, hybrid approaches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020946"/>
                  </a:ext>
                </a:extLst>
              </a:tr>
              <a:tr h="1150279">
                <a:tc>
                  <a:txBody>
                    <a:bodyPr/>
                    <a:lstStyle/>
                    <a:p>
                      <a:r>
                        <a:rPr lang="en-US" dirty="0"/>
                        <a:t>Orchestration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Deterministic + dynamic orchestration (Agent Framework, Process Framework)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Dynamic LLM orchestration (debate, reflection, facilitator/worker, group chat)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Deterministic + dynamic orchestration (Agent Orchestration, Workflow Orchestration)</a:t>
                      </a:r>
                      <a:endParaRPr lang="en-IN" sz="14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423867"/>
                  </a:ext>
                </a:extLst>
              </a:tr>
              <a:tr h="853459">
                <a:tc>
                  <a:txBody>
                    <a:bodyPr/>
                    <a:lstStyle/>
                    <a:p>
                      <a:r>
                        <a:rPr lang="en-US" dirty="0"/>
                        <a:t>Enterprise Readiness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Telemetry, observability, compliance hooks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Minimal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Observability, approvals, CI/CD, long-running durability, hydration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35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7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522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Microsoft Agent Framework</vt:lpstr>
      <vt:lpstr>Another AI Agents Update……Of the many more to come 🫠</vt:lpstr>
      <vt:lpstr>The Open Agentic Web</vt:lpstr>
      <vt:lpstr>Microsoft Agent Framework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bakshi</dc:creator>
  <cp:lastModifiedBy>kuljot bakshi</cp:lastModifiedBy>
  <cp:revision>1</cp:revision>
  <dcterms:created xsi:type="dcterms:W3CDTF">2025-10-09T05:29:56Z</dcterms:created>
  <dcterms:modified xsi:type="dcterms:W3CDTF">2025-10-09T08:50:59Z</dcterms:modified>
</cp:coreProperties>
</file>