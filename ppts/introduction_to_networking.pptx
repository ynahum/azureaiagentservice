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9AEC-E4AF-6AC3-B00E-B05884541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9094E-BF3E-7A1A-3F37-EEAD54410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D4D29-25DF-44A4-73A1-7B2D992F6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188FE-2B52-FE1C-428B-C47C6B87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E26EC-5E47-F2DC-5EDE-6C5E08B2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41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54566-9D8F-DBB0-D371-558B003F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64172-A668-A5D5-1A1E-E2EAC96EF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26703-63E9-7342-C4D5-8F2347B2F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37488-8180-9CE3-4192-F0E5E39C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981-3C22-5472-1E19-4852ACEB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72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E8E1-5132-FACD-1CA2-AE7CE4994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7140-274F-898D-1C51-EC0F651CF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5817C-989E-78BF-9AD2-D991433E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7EA0E-E833-0329-9188-FD5D37C8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9BEC0-DDDF-1C37-4447-70D1769A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94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0E743-0804-91A4-444E-844FB28D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74CE9-CB8D-D133-CDFF-04DA7BDAE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A9786-13E3-9D59-4919-612937965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0B7ED-DB0A-DABF-A555-E85D0C18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D426C-0744-9A51-9840-3EEDEBEB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8CD8B-842C-4895-EB62-98F49702B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698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722C-3031-D384-70C7-5E843C71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DBED4-6A3C-14F9-1B7B-A71FF540A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F5239-6323-CD83-807D-F6665B3E0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0C384-E40D-4ABA-9C27-15ACE72F1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31178-5FBA-812A-0D39-E9F600A7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4F603-F39B-BEF1-7A63-EFCC6EF8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0D862-ACCE-2189-733E-ED66CBBBC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62DEF-0418-DF66-DD80-9BCF3846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97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1E8C-F4BA-E697-9CF4-131F805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F626F7-D9A6-DE46-07FF-BAF818EE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926E6-35AE-B9DD-0A47-9EDC393B8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6B0E6-6196-FABA-08F9-AB8603E2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127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912A6E-DB0C-FCE5-9A7C-F874C131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2B1CC7-2DFA-E601-DF7E-2E5A8180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0EF41-587C-3B9D-2829-55A9D85CA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63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0B0A-8C66-B8BD-1119-2C5391806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FF96F-D4D7-65F2-6395-AA29146E3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DF31C-E314-D1D0-4617-F9EB47907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3BDA7-24AD-9F1F-9D73-62038435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F67BF-AF99-415D-28D0-B1B7C609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15689-D078-E429-0BE1-AE5D33AC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87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D8E4-1605-8428-9329-5667E493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3CB5A-7B66-66CF-D3F7-472E86FC9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2DACE-23D9-9730-95F9-AC669A27E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D141B-09C0-376E-B717-4D59D372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026BD-83C5-F0A3-0934-C9C8419A0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FE7FD-2DB1-6893-15DF-A2134986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085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B409-9E17-596A-ED33-7CFCEB68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57E68-E7DA-DA20-2527-D764E57099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8059B-22ED-5B0D-4371-B7EFBC7A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2E004-966B-130C-BABD-76105B532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9945F-FE59-12E6-C184-CD61971A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63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AC4ED-1CA1-27CB-4D62-899A4B6091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2596E-B8A6-2597-BBE6-0E3683F31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4B742-2637-77B2-8722-826B6569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CAF92-E0F1-50D8-CF0C-E4543DAD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D19BA-A197-921C-F37A-C6A19E8D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56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97822-8ACA-1CCC-B2F7-6A65FB1B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2B5D9-5C13-1891-723C-853F4D84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BA502-381F-FAC7-D2E3-ED0A896B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098EB-D0C5-467D-A3FA-BF33245724E4}" type="datetimeFigureOut">
              <a:rPr lang="en-IN" smtClean="0"/>
              <a:t>02-03-2025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9BA5F-99C7-FA44-6D8A-D51A3E7456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0AC32-76BD-71DE-0601-E6C860F99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A26C5-FB09-44DF-81BA-52FD5C89D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55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8BDE6E-3C56-3BD1-1E19-927CB90A5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540" y="4185031"/>
            <a:ext cx="10909640" cy="1687814"/>
          </a:xfrm>
        </p:spPr>
        <p:txBody>
          <a:bodyPr anchor="b">
            <a:normAutofit fontScale="90000"/>
          </a:bodyPr>
          <a:lstStyle/>
          <a:p>
            <a:r>
              <a:rPr lang="en-US" sz="6600" dirty="0"/>
              <a:t>Azure Virtual Network</a:t>
            </a:r>
            <a:br>
              <a:rPr lang="en-US" sz="6600" dirty="0"/>
            </a:br>
            <a:endParaRPr lang="en-IN" sz="6600" dirty="0"/>
          </a:p>
        </p:txBody>
      </p:sp>
      <p:pic>
        <p:nvPicPr>
          <p:cNvPr id="1026" name="Picture 2" descr="Virtual Network Pricing | Microsoft Azure">
            <a:extLst>
              <a:ext uri="{FF2B5EF4-FFF2-40B4-BE49-F238E27FC236}">
                <a16:creationId xmlns:a16="http://schemas.microsoft.com/office/drawing/2014/main" id="{268A13FC-5EAC-9AB8-ADE8-6C0F2D0B0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02874" y="854267"/>
            <a:ext cx="4776828" cy="25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124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A1BE-769B-517B-7926-3CAEA918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Statement(s)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F4A8A-30B6-0789-EAEF-EB946DF90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593"/>
            <a:ext cx="10515600" cy="435133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/>
              <a:t> Security and Data Integrity Risks</a:t>
            </a:r>
          </a:p>
          <a:p>
            <a:pPr marL="0" indent="0">
              <a:buNone/>
            </a:pPr>
            <a:r>
              <a:rPr lang="en-US" dirty="0"/>
              <a:t>AI agents exchanging sensitive </a:t>
            </a:r>
            <a:r>
              <a:rPr lang="en-US"/>
              <a:t>information over networks/internet </a:t>
            </a:r>
            <a:r>
              <a:rPr lang="en-US" dirty="0"/>
              <a:t>are vulnerable to cyber threats like man-in-the-middle attacks, spoofing, and data breaches.</a:t>
            </a:r>
          </a:p>
          <a:p>
            <a:r>
              <a:rPr lang="en-US" b="1" dirty="0"/>
              <a:t>Network Latency and Bandwidth Constraints</a:t>
            </a:r>
          </a:p>
          <a:p>
            <a:pPr marL="0" indent="0">
              <a:buNone/>
            </a:pPr>
            <a:r>
              <a:rPr lang="en-US" dirty="0"/>
              <a:t>High latency in virtual networks impacts real-time AI agent interactions, especially in applications like automated trading, gaming, and customer support.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4" name="Picture 2" descr="Virtual Network Pricing | Microsoft Azure">
            <a:extLst>
              <a:ext uri="{FF2B5EF4-FFF2-40B4-BE49-F238E27FC236}">
                <a16:creationId xmlns:a16="http://schemas.microsoft.com/office/drawing/2014/main" id="{ECF9C972-1C1C-E1BF-47F2-1049FD7DC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8349" y="429470"/>
            <a:ext cx="2008398" cy="105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648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B166-0458-9200-F78C-FA6B5373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088117" cy="1325563"/>
          </a:xfrm>
        </p:spPr>
        <p:txBody>
          <a:bodyPr/>
          <a:lstStyle/>
          <a:p>
            <a:r>
              <a:rPr lang="en-US" dirty="0"/>
              <a:t>Azure Virtual Networking</a:t>
            </a:r>
            <a:endParaRPr lang="en-IN" dirty="0"/>
          </a:p>
        </p:txBody>
      </p:sp>
      <p:pic>
        <p:nvPicPr>
          <p:cNvPr id="2050" name="Picture 2" descr="Video preview image">
            <a:extLst>
              <a:ext uri="{FF2B5EF4-FFF2-40B4-BE49-F238E27FC236}">
                <a16:creationId xmlns:a16="http://schemas.microsoft.com/office/drawing/2014/main" id="{059EDC70-68B7-1124-18E6-0408E420D1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517" y="2570348"/>
            <a:ext cx="4974338" cy="2798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660596-D58A-2A40-8171-E5BF1E465BAF}"/>
              </a:ext>
            </a:extLst>
          </p:cNvPr>
          <p:cNvSpPr txBox="1"/>
          <p:nvPr/>
        </p:nvSpPr>
        <p:spPr>
          <a:xfrm>
            <a:off x="847517" y="189309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Azure Virtual Network is a service that provides the fundamental building block for your private network in Azure.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A708F5-EB3F-1FA2-D2C9-E6AF9908F481}"/>
              </a:ext>
            </a:extLst>
          </p:cNvPr>
          <p:cNvSpPr txBox="1"/>
          <p:nvPr/>
        </p:nvSpPr>
        <p:spPr>
          <a:xfrm>
            <a:off x="847517" y="323441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instance of the service (a virtual network) enables many types of Azure resources to securely communicate with each other, the internet, and on-premises networks.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681522-E0F9-7B74-6CD1-757FC39348D7}"/>
              </a:ext>
            </a:extLst>
          </p:cNvPr>
          <p:cNvSpPr txBox="1"/>
          <p:nvPr/>
        </p:nvSpPr>
        <p:spPr>
          <a:xfrm>
            <a:off x="847517" y="476824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resources in a virtual network can communicate outbound with the internet, by default. You can also use a public IP address, NAT gateway, or public load balancer to manage your outbound connections.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148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F919-8437-52AD-7061-154DFD7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for Azure AI Foundry and AI Agents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165AD2-C867-6C77-E8DD-A5F8362EC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091" y="2860984"/>
            <a:ext cx="4935794" cy="2267380"/>
          </a:xfrm>
          <a:prstGeom prst="rect">
            <a:avLst/>
          </a:prstGeom>
          <a:noFill/>
          <a:ln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5AA8C8-4630-8232-AAEA-DFF1E5ACFA37}"/>
              </a:ext>
            </a:extLst>
          </p:cNvPr>
          <p:cNvSpPr txBox="1"/>
          <p:nvPr/>
        </p:nvSpPr>
        <p:spPr>
          <a:xfrm>
            <a:off x="698091" y="179231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For enterprises that require private network access, Azure AI Agent Service introduces private network isolation, which enables AI agents to operate entirely within a dedicated, isolated virtual network. 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B5CF9-C2BB-333D-9437-794D2205AA7B}"/>
              </a:ext>
            </a:extLst>
          </p:cNvPr>
          <p:cNvSpPr txBox="1"/>
          <p:nvPr/>
        </p:nvSpPr>
        <p:spPr>
          <a:xfrm>
            <a:off x="698091" y="36509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BYO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VNet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, also known as custom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VNet</a:t>
            </a:r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support with injection, is a new private network isolation implementation in Azure AI Foundry.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F513F-1BA0-6A79-D2B5-F08BBC5389F7}"/>
              </a:ext>
            </a:extLst>
          </p:cNvPr>
          <p:cNvSpPr txBox="1"/>
          <p:nvPr/>
        </p:nvSpPr>
        <p:spPr>
          <a:xfrm>
            <a:off x="698091" y="527611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Evolving enterprise risk-tolerance, compliance, and governance requirements now demand a higher level of control than ever before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35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241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Office Theme</vt:lpstr>
      <vt:lpstr>Azure Virtual Network </vt:lpstr>
      <vt:lpstr>Problem Statement(s) </vt:lpstr>
      <vt:lpstr>Azure Virtual Networking</vt:lpstr>
      <vt:lpstr>Support for Azure AI Foundry and AI Agents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Prabhjot Singh Bakshi</cp:lastModifiedBy>
  <cp:revision>2</cp:revision>
  <dcterms:created xsi:type="dcterms:W3CDTF">2025-03-01T16:18:40Z</dcterms:created>
  <dcterms:modified xsi:type="dcterms:W3CDTF">2025-03-02T10:15:59Z</dcterms:modified>
</cp:coreProperties>
</file>